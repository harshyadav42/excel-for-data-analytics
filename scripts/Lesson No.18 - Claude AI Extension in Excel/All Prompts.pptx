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7172-8639-B9FD-14D9-BC2C01F0A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CAD5A-3C33-A811-5C96-C0175D0D6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61C47-4AA6-1ECD-928A-A7E23A13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6D99-1BD1-943F-2F7E-650CDB60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C1F3-1CB8-9987-E525-09A403BC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8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E9F1-8FB7-C9CF-4379-14E74AE2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6B726-C4FC-FB3B-46D5-7F83CEF5E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DC898-24A3-E6DF-C361-169C9131C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391E6-8107-BAEC-9872-E3DDA61A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76A9E-6FFD-214C-8A42-7A3145DE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23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F2CB-796A-7125-C8CE-6D425BB4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04EE7-C7C6-CF19-6FF3-1EEB7A08A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31948-DED8-3F4F-C066-E61CFA76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C294B-7F8D-EBEA-5CA6-F741D848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871F5-9F9E-5E50-58F3-712F39C5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44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7DB7-5CA6-990B-E587-FA9EDE56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54C2A-3888-4BA7-719C-4045036A3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E54EB-6454-9C0B-11D9-BFD54290A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32CFC-CC03-73EB-507F-E78CFA55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CF070-8A21-16B9-5344-AEB91DE6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4143F-FFE5-DA37-5CC3-2EBD0B02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66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9151-D382-4BCA-F26A-F1F35E7C7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26BCA-CD51-C117-28FB-9589196BB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B680A-11ED-0720-7914-D67C2EA78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91C0E6-550C-9031-D372-94BE22516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68D44-3F31-EF9F-A710-09B8E66D7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7BEDB5-E84A-D583-D56B-D425CC56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995AE-AFFA-FAD2-3B73-AEBC23CF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27BCD-62CE-31AE-41E5-E3430BA4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74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7BE0-95BF-1256-FA17-B7EC124E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205E5-188B-568F-3E28-677A579A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52131-6764-70F0-4CB7-675152F4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F16A4-DD00-1182-95C8-BF0F4FCD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66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535F3-19F4-3385-3777-B7CC1618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87C32-3D85-90F3-35B6-AF70C24D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95DB-C424-A413-3A73-F307D514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77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9A1C-BB18-0467-34AD-0425DA40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10FF7-DE22-DE29-2C22-48E28F92F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E76E0-34BC-3A9C-05DF-2B6912561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26C1E-F7BE-C679-EE4E-797F09CC6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8947F-8E6C-E34B-3EA6-C111B6DC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357DF-C53D-7199-CDAE-854840C4C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65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B8E9-F612-5E3B-20D4-80011B7C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AA079-BD02-9188-809E-E8259249A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37DF3-291B-25B5-9DF0-B44843CA2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D38B4-F6DF-F987-E115-A6DDB4CD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2A44F-8CEE-5602-5A9E-F666C715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754FD-9EFA-0F0F-6502-AB3A31A7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92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B620D-3712-FD9B-CBE9-92419829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D74DF-FE50-B677-AD7F-0E9B83138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95B1C-7C03-45B5-4BA4-42002D7B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9A552-7DB3-57BD-3560-82801C3D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E4C4-7CCD-C84F-871B-93143CFB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34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0C70C7-EB0D-3B3E-5C82-7F13E6537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B7657-67DE-75F4-B496-9CB73AD9A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77EAB-5601-03A0-65B7-9D176BD5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C2FA2-8631-0D57-EE34-B6BADF5B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04D23-4946-F512-C07B-0448DE7E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42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C679D-395D-0869-175C-E56CB44EC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3AB70-E73B-2AD3-B710-B51089ABA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FBA26-23BA-A562-22FE-A8882ADB8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E6733-3C68-4879-8706-626B8F93B43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D159F-BBFD-59AB-21D0-DA1EA8555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78666-6DCC-0D0D-0C9E-8E06ADBEB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1A0A3-93F0-4BD3-974E-AA891EC8A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57C7-E225-6CDC-5549-F9658E2CD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27017"/>
          </a:xfrm>
        </p:spPr>
        <p:txBody>
          <a:bodyPr>
            <a:normAutofit fontScale="90000"/>
          </a:bodyPr>
          <a:lstStyle/>
          <a:p>
            <a:r>
              <a:rPr lang="en-US" dirty="0"/>
              <a:t>Claude AI Excel Masterclass</a:t>
            </a:r>
            <a:endParaRPr lang="en-IN" dirty="0"/>
          </a:p>
        </p:txBody>
      </p:sp>
      <p:pic>
        <p:nvPicPr>
          <p:cNvPr id="5" name="Picture 4" descr="I've heard quite a few people talk about how good claude has been for their  workflows especially in coding with identifying bugs. curious to try this  one out and see if it's">
            <a:extLst>
              <a:ext uri="{FF2B5EF4-FFF2-40B4-BE49-F238E27FC236}">
                <a16:creationId xmlns:a16="http://schemas.microsoft.com/office/drawing/2014/main" id="{4FCBB04F-73DC-BBDB-DC07-43EFBB509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309" y="2102303"/>
            <a:ext cx="7620000" cy="4286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64194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A478AEBC-645E-A7C4-D72D-4B8F8F30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DA995-58C2-BCA6-1C05-416973CA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823224"/>
            <a:ext cx="4131368" cy="10471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b="1" dirty="0"/>
              <a:t>Data Cleaning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24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0D92C-5B4D-0767-F0EB-D59AFC70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/>
              <a:t>Prompt #1</a:t>
            </a:r>
            <a:endParaRPr lang="en-IN" sz="400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A02EB723-09C6-EA22-81F7-205243E346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58" r="12708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082C-9424-0930-FC83-2D166A6DB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en-IN" sz="2000" dirty="0" err="1"/>
              <a:t>Analyze</a:t>
            </a:r>
            <a:r>
              <a:rPr lang="en-IN" sz="2000" dirty="0"/>
              <a:t> this dataset and provide key KPIs, trends, insights, and suggested charts, and key points to improve/focus, generate report in New sheet and do not overlap reports </a:t>
            </a:r>
          </a:p>
        </p:txBody>
      </p:sp>
    </p:spTree>
    <p:extLst>
      <p:ext uri="{BB962C8B-B14F-4D97-AF65-F5344CB8AC3E}">
        <p14:creationId xmlns:p14="http://schemas.microsoft.com/office/powerpoint/2010/main" val="380238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01348-9ABD-F05E-D38D-11A7553C6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/>
              <a:t>Prompt #2</a:t>
            </a:r>
            <a:endParaRPr lang="en-IN" sz="4000"/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ED7EEEC6-116B-9993-3CB8-708A0B880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0" r="39066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6011A-5D20-3ACF-ADEC-36267D1F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170824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dirty="0"/>
              <a:t>Identify the salesman who generate maximum profit</a:t>
            </a:r>
          </a:p>
        </p:txBody>
      </p:sp>
    </p:spTree>
    <p:extLst>
      <p:ext uri="{BB962C8B-B14F-4D97-AF65-F5344CB8AC3E}">
        <p14:creationId xmlns:p14="http://schemas.microsoft.com/office/powerpoint/2010/main" val="373396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0E889-8C76-21EB-3067-1ECB6675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/>
              <a:t>Prompt #3</a:t>
            </a:r>
            <a:endParaRPr lang="en-IN" sz="4000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A0BCB33A-7710-BB61-A593-572A76015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80" r="28985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274D-18C9-626C-ADB6-508F6D7AC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en-IN" sz="2000" dirty="0"/>
              <a:t>Explain effective strategies to grow sales in the future, including customer understanding, digital marketing, product improvement, and market trend analysis. Provide practical and actionable insights in a professional tone.</a:t>
            </a:r>
          </a:p>
        </p:txBody>
      </p:sp>
    </p:spTree>
    <p:extLst>
      <p:ext uri="{BB962C8B-B14F-4D97-AF65-F5344CB8AC3E}">
        <p14:creationId xmlns:p14="http://schemas.microsoft.com/office/powerpoint/2010/main" val="419325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29FA7-7F07-0BA0-122B-FB0C9778F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/>
              <a:t>Prompt #4</a:t>
            </a:r>
            <a:endParaRPr lang="en-IN" sz="4000"/>
          </a:p>
        </p:txBody>
      </p:sp>
      <p:pic>
        <p:nvPicPr>
          <p:cNvPr id="5" name="Picture 4" descr="Cascade of waterfalls">
            <a:extLst>
              <a:ext uri="{FF2B5EF4-FFF2-40B4-BE49-F238E27FC236}">
                <a16:creationId xmlns:a16="http://schemas.microsoft.com/office/drawing/2014/main" id="{AA97FC75-DAF3-3EEE-ABCF-79621B70C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55" r="30310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9D7D6-5F19-C815-8BC4-E9ADECE55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1708245"/>
          </a:xfrm>
        </p:spPr>
        <p:txBody>
          <a:bodyPr anchor="ctr">
            <a:normAutofit/>
          </a:bodyPr>
          <a:lstStyle/>
          <a:p>
            <a:r>
              <a:rPr lang="en-IN" sz="2000" dirty="0"/>
              <a:t>Please provide month wise sales in waterfall chart.</a:t>
            </a:r>
          </a:p>
        </p:txBody>
      </p:sp>
    </p:spTree>
    <p:extLst>
      <p:ext uri="{BB962C8B-B14F-4D97-AF65-F5344CB8AC3E}">
        <p14:creationId xmlns:p14="http://schemas.microsoft.com/office/powerpoint/2010/main" val="79626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hite percentage symbol on red background">
            <a:extLst>
              <a:ext uri="{FF2B5EF4-FFF2-40B4-BE49-F238E27FC236}">
                <a16:creationId xmlns:a16="http://schemas.microsoft.com/office/drawing/2014/main" id="{F98899F3-183D-DDC6-0AEC-F0FD1EF609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93" r="5748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E9B52-5AF3-CFAC-AE4F-31ED12A5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Prompt #5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9409F-F431-593A-03B5-2E34BAF17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1351280"/>
          </a:xfrm>
        </p:spPr>
        <p:txBody>
          <a:bodyPr anchor="ctr">
            <a:normAutofit/>
          </a:bodyPr>
          <a:lstStyle/>
          <a:p>
            <a:r>
              <a:rPr lang="en-IN" sz="2000" dirty="0"/>
              <a:t>What will be the future sales trend?</a:t>
            </a:r>
          </a:p>
        </p:txBody>
      </p:sp>
    </p:spTree>
    <p:extLst>
      <p:ext uri="{BB962C8B-B14F-4D97-AF65-F5344CB8AC3E}">
        <p14:creationId xmlns:p14="http://schemas.microsoft.com/office/powerpoint/2010/main" val="401141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d marker and calendar">
            <a:extLst>
              <a:ext uri="{FF2B5EF4-FFF2-40B4-BE49-F238E27FC236}">
                <a16:creationId xmlns:a16="http://schemas.microsoft.com/office/drawing/2014/main" id="{9E4E10D7-6F99-4D5B-4B4C-7032651D5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67" r="29974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7F038-5814-F7ED-A23C-5393B1521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Prompt #6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872A3-551A-6437-011D-C2EDF73B5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1188720"/>
          </a:xfrm>
        </p:spPr>
        <p:txBody>
          <a:bodyPr anchor="ctr">
            <a:normAutofit/>
          </a:bodyPr>
          <a:lstStyle/>
          <a:p>
            <a:r>
              <a:rPr lang="en-IN" sz="2000" dirty="0"/>
              <a:t>Product wise monthly trends</a:t>
            </a:r>
          </a:p>
        </p:txBody>
      </p:sp>
    </p:spTree>
    <p:extLst>
      <p:ext uri="{BB962C8B-B14F-4D97-AF65-F5344CB8AC3E}">
        <p14:creationId xmlns:p14="http://schemas.microsoft.com/office/powerpoint/2010/main" val="401236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13E34-1868-6BE1-DD74-FFDBF0D84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Prompt #7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A3D3-ACFB-A0E3-5520-EC917365A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2352965"/>
          </a:xfrm>
        </p:spPr>
        <p:txBody>
          <a:bodyPr anchor="ctr">
            <a:normAutofit/>
          </a:bodyPr>
          <a:lstStyle/>
          <a:p>
            <a:r>
              <a:rPr lang="en-IN" sz="2000" dirty="0"/>
              <a:t>How to analyse why the sales are less in certain territory, and Strategies to improve the sales for the area where the sales are less 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6194ABFD-819B-809A-D82F-90CDABE2B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06" r="1645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2439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7DEB-74C7-C107-EA4C-EEB783A5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Prompt #8</a:t>
            </a:r>
            <a:endParaRPr lang="en-IN" sz="320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4146777-1435-8C56-1EA3-088EAC49F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1" r="35615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FC793-C985-7BD2-8D2C-2D640E7DE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IN" sz="2000"/>
              <a:t>Identify products with most profits, between zones and current market product trend ?</a:t>
            </a:r>
          </a:p>
        </p:txBody>
      </p:sp>
    </p:spTree>
    <p:extLst>
      <p:ext uri="{BB962C8B-B14F-4D97-AF65-F5344CB8AC3E}">
        <p14:creationId xmlns:p14="http://schemas.microsoft.com/office/powerpoint/2010/main" val="320705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275DD-E4EA-8852-45DE-47F352609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484" y="1084006"/>
            <a:ext cx="8949690" cy="31635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Creation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DDDDB-B463-1544-2E45-5A46CF440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45622" y="-88387"/>
            <a:ext cx="1686145" cy="12206614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19797-EECC-175B-72BF-C218A213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538194" y="1262730"/>
            <a:ext cx="1672575" cy="9517964"/>
          </a:xfrm>
          <a:prstGeom prst="rect">
            <a:avLst/>
          </a:prstGeom>
          <a:gradFill>
            <a:gsLst>
              <a:gs pos="47000">
                <a:schemeClr val="accent2">
                  <a:alpha val="0"/>
                </a:schemeClr>
              </a:gs>
              <a:gs pos="95000">
                <a:schemeClr val="accent2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26DB0-D290-E656-7866-713DA14FC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18370" y="284362"/>
            <a:ext cx="1686152" cy="11461107"/>
          </a:xfrm>
          <a:prstGeom prst="rect">
            <a:avLst/>
          </a:prstGeom>
          <a:gradFill>
            <a:gsLst>
              <a:gs pos="58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alpha val="80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F5323D-1D78-58B7-40E4-489E233D8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2420" y="1370378"/>
            <a:ext cx="1686152" cy="9289093"/>
          </a:xfrm>
          <a:prstGeom prst="rect">
            <a:avLst/>
          </a:prstGeom>
          <a:gradFill>
            <a:gsLst>
              <a:gs pos="48000">
                <a:schemeClr val="accent5">
                  <a:lumMod val="75000"/>
                  <a:alpha val="0"/>
                </a:schemeClr>
              </a:gs>
              <a:gs pos="100000">
                <a:schemeClr val="accent5">
                  <a:lumMod val="75000"/>
                  <a:alpha val="7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82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92EC91-DE73-245B-FCBB-04AF14246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17" y="0"/>
            <a:ext cx="94577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09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D410A-CAA1-6050-CCAC-A9FE0C9C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484" y="1084006"/>
            <a:ext cx="8949690" cy="31635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DDDDB-B463-1544-2E45-5A46CF440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45622" y="-88387"/>
            <a:ext cx="1686145" cy="12206614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19797-EECC-175B-72BF-C218A213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538194" y="1262730"/>
            <a:ext cx="1672575" cy="9517964"/>
          </a:xfrm>
          <a:prstGeom prst="rect">
            <a:avLst/>
          </a:prstGeom>
          <a:gradFill>
            <a:gsLst>
              <a:gs pos="47000">
                <a:schemeClr val="accent2">
                  <a:alpha val="0"/>
                </a:schemeClr>
              </a:gs>
              <a:gs pos="95000">
                <a:schemeClr val="accent2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26DB0-D290-E656-7866-713DA14FC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18370" y="284362"/>
            <a:ext cx="1686152" cy="11461107"/>
          </a:xfrm>
          <a:prstGeom prst="rect">
            <a:avLst/>
          </a:prstGeom>
          <a:gradFill>
            <a:gsLst>
              <a:gs pos="58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alpha val="80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F5323D-1D78-58B7-40E4-489E233D8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2420" y="1370378"/>
            <a:ext cx="1686152" cy="9289093"/>
          </a:xfrm>
          <a:prstGeom prst="rect">
            <a:avLst/>
          </a:prstGeom>
          <a:gradFill>
            <a:gsLst>
              <a:gs pos="48000">
                <a:schemeClr val="accent5">
                  <a:lumMod val="75000"/>
                  <a:alpha val="0"/>
                </a:schemeClr>
              </a:gs>
              <a:gs pos="100000">
                <a:schemeClr val="accent5">
                  <a:lumMod val="75000"/>
                  <a:alpha val="7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8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171</Words>
  <Application>Microsoft Office PowerPoint</Application>
  <PresentationFormat>Widescreen</PresentationFormat>
  <Paragraphs>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Claude AI Excel Masterclass</vt:lpstr>
      <vt:lpstr>Data Cleaning</vt:lpstr>
      <vt:lpstr>Prompt #1</vt:lpstr>
      <vt:lpstr>Prompt #2</vt:lpstr>
      <vt:lpstr>Prompt #3</vt:lpstr>
      <vt:lpstr>Prompt #4</vt:lpstr>
      <vt:lpstr>Prompt #5</vt:lpstr>
      <vt:lpstr>Prompt #6</vt:lpstr>
      <vt:lpstr>Prompt #7</vt:lpstr>
      <vt:lpstr>Prompt #8</vt:lpstr>
      <vt:lpstr>Dashboard Creation</vt:lpstr>
      <vt:lpstr>PowerPoint Presentation</vt:lpstr>
      <vt:lpstr>Append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Satish Dhawale</cp:lastModifiedBy>
  <cp:revision>3</cp:revision>
  <dcterms:created xsi:type="dcterms:W3CDTF">2026-04-25T01:04:41Z</dcterms:created>
  <dcterms:modified xsi:type="dcterms:W3CDTF">2026-04-25T03:01:55Z</dcterms:modified>
</cp:coreProperties>
</file>